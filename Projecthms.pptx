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46CEB-4979-9473-269D-B7FDB0A3D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6020A-5C15-58B9-360D-BE8713C36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E5770-8F65-2A30-A7E1-8DAF40AD1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33F66-858E-4A87-AF94-45A91C7626D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5E5B4-9DA4-2B8D-88D9-E06C3354D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A35AD-541F-C598-9A1A-971918AC3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DD19B-BC02-4C28-A08A-78612F75F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62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B871D-8BDA-4EFE-B677-97281199B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E72E0-9C1F-235E-0A50-2190201C4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E8798-3F7A-BE38-1025-E1F134EB0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33F66-858E-4A87-AF94-45A91C7626D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2AD66-6404-4528-F8EE-627259E1B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81D37-8C12-5EE4-3459-0BAD71A88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DD19B-BC02-4C28-A08A-78612F75F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133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B2A27-F7DB-057C-C27B-D3A35C816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67032-3F5A-E785-E5E3-00E5ACA2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CA0FB-FCC3-40DB-8863-ADCF92E37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33F66-858E-4A87-AF94-45A91C7626D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9FF0B-4CA0-5E89-D25F-BE82C72A7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E3A57-A8DB-34FC-D989-677300145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DD19B-BC02-4C28-A08A-78612F75F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484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C198A-3D8F-41F5-AD35-D1466E2DB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2983C-4C55-5995-B7FE-ABE34252F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9C380-9D8D-26D2-B59B-330964E86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724F1-D643-6A3C-A294-AD46C751C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33F66-858E-4A87-AF94-45A91C7626D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30219-7EB5-DB6E-935D-4DC6DEF7F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ACF4B-A409-B12F-D3C6-A0C015A61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DD19B-BC02-4C28-A08A-78612F75F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618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E81DA-F74E-B490-FC21-4D1BCBBB1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039A1-1F2C-96E3-1102-C9A8D8C68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492D7-CCDD-9092-D729-995CF5885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3A5019-C00C-15B1-CE2B-D32FE13A19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3A868E-C2A3-00A7-CC0A-2A4D460B2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2E4F7F-ADDA-5E9F-4779-6EBED2D4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33F66-858E-4A87-AF94-45A91C7626D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888F33-6668-09E7-8BBA-CFA59FD62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A21972-0626-CDE2-F0DC-2FD60D592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DD19B-BC02-4C28-A08A-78612F75F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016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669C-4E93-6A81-E3E0-7FB0FAB66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7453F-1A43-0E04-213B-341ED8CCC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33F66-858E-4A87-AF94-45A91C7626D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9B8F8E-F13D-75E8-3008-6E657368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C7090-8334-F895-9928-7547DCD1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DD19B-BC02-4C28-A08A-78612F75F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038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D589BB-AD0F-AEFC-F97D-84FE346ED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33F66-858E-4A87-AF94-45A91C7626D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B60B0D-B6D9-706A-57C7-C6D6FE9BE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9BE34-F05A-7260-2BAC-DC69EB942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DD19B-BC02-4C28-A08A-78612F75F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546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748CD-E217-5686-2314-9F4A1F5E1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0323A-D0AA-FE69-17B3-E7543589E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E218C-64C7-C8B2-9417-ABC2FEB30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82C9E-367B-4295-3564-47FA7B640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33F66-858E-4A87-AF94-45A91C7626D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3348B-0A3E-184C-76F8-0B3BE152D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25954-A9CD-FB7D-7262-36721472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DD19B-BC02-4C28-A08A-78612F75F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135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AF1A7-F793-0678-F69E-CAC99712C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49D508-BE68-E316-6957-F56DE8F2F00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7DA15-95C2-F3CF-F2E4-A6FF3EE6A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DD5B3-C855-C5D6-12B2-16B26717C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33F66-858E-4A87-AF94-45A91C7626D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288C8-4418-6422-CFD5-E4D167CF9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665D5-FB0D-B93C-3421-3058B898F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DD19B-BC02-4C28-A08A-78612F75F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853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97C30-8685-F856-47B2-8CD088BB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4EC5D7-FD3B-A6E9-98EA-B25BF5ECF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4FE78-82DC-4A43-2298-77BC65530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33F66-858E-4A87-AF94-45A91C7626D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1F24D-1C38-CB71-6ED2-69DF3BDEB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61A43-C774-2387-C54D-266C92B1A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DD19B-BC02-4C28-A08A-78612F75F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92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4683DA-CC4E-97C6-6A11-1F294B2B51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6D71EC-04CD-B979-6508-6F3B373F3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8FD79-6CF8-5DD0-EA9A-6E195DA6B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33F66-858E-4A87-AF94-45A91C7626D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7DFBE-D215-CC32-6DE5-D98442FC5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E28B9-4BF5-1CAD-134F-4D342E8D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DD19B-BC02-4C28-A08A-78612F75F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318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82EFCB-BE11-7B49-8C1D-9111EC3B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D7094-C9D8-087C-A84A-BFA4D0800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BEDB9-A002-B2AA-867B-4ECD05F3B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33F66-858E-4A87-AF94-45A91C7626D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45379-1BA1-1B46-58DF-0CFF87C47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0BEC4-AE8B-C2F4-766D-5B5B9ED1B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7DD19B-BC02-4C28-A08A-78612F75F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404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DA5E80-7FF3-17F8-6130-A49064A5A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" y="0"/>
            <a:ext cx="12188761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4152246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1286E5-4068-D8A3-3FCF-6D4F17B6A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880946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B6A0AF-87ED-99B7-FA39-9EB5EA09C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751205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keerthana ramesh</dc:creator>
  <cp:lastModifiedBy>keerthana ramesh</cp:lastModifiedBy>
  <cp:revision>1</cp:revision>
  <dcterms:created xsi:type="dcterms:W3CDTF">2026-10-13T14:05:00Z</dcterms:created>
  <dcterms:modified xsi:type="dcterms:W3CDTF">2026-10-13T14:07:27Z</dcterms:modified>
</cp:coreProperties>
</file>